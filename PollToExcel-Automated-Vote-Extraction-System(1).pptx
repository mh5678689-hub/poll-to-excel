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Poppins Light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AA26E-F5A9-6C43-9F67-8CA6CC870F6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F55A8-AAF7-DD40-A4B2-51C73973A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2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2827" y="9366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PollToExcel: Automated Vote Extraction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613044" y="10048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Leveraging OCR and Fuzzy Logic for Data Automation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473559" y="16324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Student: Mohammed Hani Abdullah | Course: Artificial Intelligence</a:t>
            </a:r>
            <a:endParaRPr lang="en-US" sz="1750" dirty="0"/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8" y="2618899"/>
            <a:ext cx="14521912" cy="5610701"/>
          </a:xfrm>
          <a:prstGeom prst="rect">
            <a:avLst/>
          </a:prstGeom>
        </p:spPr>
      </p:pic>
      <p:sp>
        <p:nvSpPr>
          <p:cNvPr id="7" name="مستطيل 6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9104"/>
            <a:ext cx="100349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Challenge of Manual Data Entry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215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Counting votes in WhatsApp groups is a manual, tedious process.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39565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413956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Time-Consuming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88727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Admins spend hours transcribing lists.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139565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413956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Human Error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88727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 risk of typos or missing names.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4139565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413956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88727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Impossible to manage for groups with hundreds of members.</a:t>
            </a:r>
            <a:endParaRPr lang="en-US" sz="1750" dirty="0"/>
          </a:p>
        </p:txBody>
      </p:sp>
      <p:sp>
        <p:nvSpPr>
          <p:cNvPr id="16" name="مستطيل 15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7454"/>
            <a:ext cx="90399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Automating the Workflow with AI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498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</a:t>
            </a: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Python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-based application that converts raw WhatsApp screenshots into structured Excel files.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2679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0906" y="4345781"/>
            <a:ext cx="4442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Automated Text Reading (</a:t>
            </a: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OCR</a:t>
            </a: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).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56884" y="42679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4000" y="4345781"/>
            <a:ext cx="42999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Intelligent Name Classification.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3790" y="52318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0906" y="5309711"/>
            <a:ext cx="3930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Noise &amp; Timestamp Filtering.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56884" y="52318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4000" y="5309711"/>
            <a:ext cx="4427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Instant Excel Report Generation.</a:t>
            </a:r>
            <a:endParaRPr lang="en-US" sz="2200" dirty="0"/>
          </a:p>
        </p:txBody>
      </p:sp>
      <p:sp>
        <p:nvSpPr>
          <p:cNvPr id="12" name="مستطيل 11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42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3139"/>
            <a:ext cx="97360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Technologies Powering the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120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OpenCV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For Image Pre-processing (Grayscale &amp; Thresholding).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6542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Tesseract OCR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LSTM Neural Networks for text recognition.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0964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FuzzyWuzzy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Fuzzy Logic algorithm for spelling correction.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5386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Pandas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For data structuring and export.</a:t>
            </a:r>
            <a:endParaRPr lang="en-US" sz="1750" dirty="0"/>
          </a:p>
        </p:txBody>
      </p:sp>
      <p:sp>
        <p:nvSpPr>
          <p:cNvPr id="8" name="مستطيل 7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817632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Processing Pipeline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84440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Input: Load Screenshot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(Dark Mode).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Pre-processing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Convert to Binary Image (Black/White).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Extraction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Tesseract reads raw text.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Logic Layer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Fuzzy Logic matches text to vote categories (Threshold &gt; 75%).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3238024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Output: Clean Excel Sheet.</a:t>
            </a:r>
            <a:endParaRPr lang="en-US" sz="1950" dirty="0"/>
          </a:p>
        </p:txBody>
      </p:sp>
      <p:sp>
        <p:nvSpPr>
          <p:cNvPr id="17" name="مستطيل 16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9914"/>
            <a:ext cx="100350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Beyond Simple OCR: Fuzzy Matching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323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OCR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is imperfect (e.g., reads "Thre" instead of "Three").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503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implemented </a:t>
            </a: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Levenshtein Distance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to calculate similarity.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33951" y="482357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Rule: If Similarity(Extracted_Text, Valid_Option) &gt; 75%, accept the vote.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568428"/>
            <a:ext cx="30480" cy="873204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56967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Outcome: Robustness against spelling errors and noise.</a:t>
            </a:r>
            <a:endParaRPr lang="en-US" sz="1750" dirty="0"/>
          </a:p>
        </p:txBody>
      </p:sp>
      <p:sp>
        <p:nvSpPr>
          <p:cNvPr id="8" name="مستطيل 7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7111"/>
            <a:ext cx="6711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Performance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595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Tested on real-world WhatsApp screenshots.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4775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Metric: Simple Accuracy Classification.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22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Test Sample: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9035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14 Voter Names.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322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Correctly Extracted: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9035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 Names.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10720"/>
            <a:ext cx="11597164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Final Accuracy: 71.4%.</a:t>
            </a:r>
            <a:endParaRPr lang="en-US" sz="8900" dirty="0"/>
          </a:p>
        </p:txBody>
      </p:sp>
      <p:sp>
        <p:nvSpPr>
          <p:cNvPr id="10" name="Shape 8"/>
          <p:cNvSpPr/>
          <p:nvPr/>
        </p:nvSpPr>
        <p:spPr>
          <a:xfrm>
            <a:off x="793790" y="6568559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25252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912650"/>
            <a:ext cx="283488" cy="2268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0906" y="685204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Note: Performance correlates heavily with image resolution.</a:t>
            </a:r>
            <a:endParaRPr lang="en-US" sz="1750" dirty="0"/>
          </a:p>
        </p:txBody>
      </p:sp>
      <p:sp>
        <p:nvSpPr>
          <p:cNvPr id="13" name="مستطيل 12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5629"/>
            <a:ext cx="6369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 and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380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Conclusion: Successfully demonstrated how </a:t>
            </a: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Rule-Based AI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can solve administrative bottlenecks.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4110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Roadmap: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8065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Train a Deep Learning model (</a:t>
            </a: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YOLO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for better text detection.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487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 support for Arabic Language.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909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 a </a:t>
            </a: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GUI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non-technical users.</a:t>
            </a:r>
            <a:endParaRPr lang="en-US" sz="1750" dirty="0"/>
          </a:p>
        </p:txBody>
      </p:sp>
      <p:sp>
        <p:nvSpPr>
          <p:cNvPr id="8" name="مستطيل 7"/>
          <p:cNvSpPr/>
          <p:nvPr/>
        </p:nvSpPr>
        <p:spPr>
          <a:xfrm>
            <a:off x="12824103" y="7640664"/>
            <a:ext cx="1682311" cy="46494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340</Words>
  <Application>Microsoft Office PowerPoint</Application>
  <PresentationFormat>مخصص</PresentationFormat>
  <Paragraphs>60</Paragraphs>
  <Slides>8</Slides>
  <Notes>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4" baseType="lpstr">
      <vt:lpstr>Poppins Light</vt:lpstr>
      <vt:lpstr>Calibri</vt:lpstr>
      <vt:lpstr>Roboto Light</vt:lpstr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Maher</cp:lastModifiedBy>
  <cp:revision>5</cp:revision>
  <dcterms:created xsi:type="dcterms:W3CDTF">2025-12-08T11:53:21Z</dcterms:created>
  <dcterms:modified xsi:type="dcterms:W3CDTF">2025-12-10T13:34:53Z</dcterms:modified>
</cp:coreProperties>
</file>